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9A8DA-7787-4070-9FD4-4036816BF35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0DA92-7A36-42E3-BC45-C4775D2A5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524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3A4C-08B6-A175-D9A8-7D63521F5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6E983-9A8A-2490-85E7-DABD23B71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7B5B8-D283-7EB7-4F6B-50979FBF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7AA0-63A8-E4F8-2F64-F120DC6F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78C27-47EF-B8DF-AFA6-0F4560A5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7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A88D-705F-A555-1116-F55A0748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D32EB-57A6-93B5-9B90-5901588B5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A02B6-1886-D376-234A-DF26FC300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3D810-9E74-8D00-D678-83F52C08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D4DB-CFF6-DAAA-0D9F-9752A9A7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52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9F05-F604-675E-D4CA-302865B2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07770-0D5E-B7E0-9E04-496F6C46E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9BDF5-D8AE-A9D4-7810-AEC7FB60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BCBC6-90F1-2691-104B-5FA5DEFB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C8F95-91AA-25FB-DF52-90CE8AAE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43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C8FA-A6E7-2733-2672-1E8B67F0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4613-C9BC-259A-4BFA-869211CC4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DDAC6-A373-9E83-70D3-EB69D8CA0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4CEDF-19B7-3173-7C95-551608E5B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13407-C1E8-992B-4B61-BE49B50F8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858E3-11BC-6637-2051-6CB09940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29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498A-CF97-26B3-AE43-F6B96A0D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74E78-8E61-4190-4BE8-936E835E2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D2370-46D7-0E07-72AD-9D4EF03DA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0B4F9-695A-BF22-7C86-1963F84DD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2142C-BB48-0BF7-0FF0-81F32C9EB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154E1-DA78-B26C-5B56-1943450D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3EA03-6E2D-CDB1-9996-E8D71CB3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E20BF-0158-F082-A1C5-4CD9B4A0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7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3E7DE-8786-E094-B00A-A4A83BCA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A3358-E083-2E83-5974-4763ADD1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ACF69-67B1-4F38-498E-C590601A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360FB-66D7-7244-F51C-BF1940A1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8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4414E-3A3D-743A-B1B8-ECB75C6E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64F8E-3224-BC16-FB48-75EFB222A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14226-A1EC-CA45-90CB-EEDCAAB8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37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5C83-FFA3-998C-EC8C-D72294D4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241CC-FF39-A2A0-6BB3-F39A0574E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958CD-335B-EA96-1E33-B8084D728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CACA1-C474-07C0-5829-33F1A7E8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CF40C-C554-CD74-30E3-BBDA5097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D862F-9E0E-2C73-8736-6651BA99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8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81CE4-28DD-4998-C32A-D648D012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D13A8D-7270-8CE3-6D6C-5F0007C7F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F5282-A618-33F6-A8A6-4DE97EB3C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DC85D-0542-7FB9-3FD4-54D089FF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38C99-D8A4-742F-3223-D0CEDC44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10B15-9051-F626-67E3-98880AF5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67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9F65-2168-ADC1-2017-4B6DF3095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D6BC3-DCFF-02AA-96CD-2C79D5345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F9168-4DA0-2E99-FA93-FE25F181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70A36-D221-C5A5-FA23-CDF4CB95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63135-9DF0-C094-B7DC-C93287BE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04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2EBE5A-8560-E81C-F669-5A8F1EB6F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6718-AE78-017B-1A8D-3359503EC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8643-A8F8-9E91-0B06-571A9D417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2A5B3-D3F0-1680-DB17-366F08A5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89792-3091-6183-4B05-09B202DF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00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B426E-2BCD-A0D2-C463-BE541DA9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898CB-6C8E-E4D1-BD7C-520F5A378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A4242-6E00-911F-CBB9-1C522533E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ADCE8-D1FA-4B93-BF52-D23192D2F050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C3058-7D02-5E08-333A-FD7703577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4F5FE-19AB-03F0-5996-53B0DD7A7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3AF6A-6AD7-4994-BDA0-D7E7974D2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50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4BBE-9590-B00A-FF57-B7EC438D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D13B11-07F6-DF67-F9A7-B8BF6DFFF3EF}"/>
              </a:ext>
            </a:extLst>
          </p:cNvPr>
          <p:cNvSpPr txBox="1"/>
          <p:nvPr/>
        </p:nvSpPr>
        <p:spPr>
          <a:xfrm>
            <a:off x="1106424" y="192024"/>
            <a:ext cx="8293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Credit Risk Fraud Detection 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B4F565-B665-4322-E8F5-2A6B989CD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46" y="762419"/>
            <a:ext cx="4990106" cy="23749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B984AC-30AC-6E78-F5F8-43390C652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2" y="3337331"/>
            <a:ext cx="5556502" cy="332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06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769894-E4A1-1762-CB38-DE0B43745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087" y="1290339"/>
            <a:ext cx="5004913" cy="3129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78C72C-4E79-CA90-038C-E6A94267BA2E}"/>
              </a:ext>
            </a:extLst>
          </p:cNvPr>
          <p:cNvSpPr txBox="1"/>
          <p:nvPr/>
        </p:nvSpPr>
        <p:spPr>
          <a:xfrm>
            <a:off x="1106424" y="192024"/>
            <a:ext cx="8293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Credit Risk Fraud Detection 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A551FA-2066-4C53-AF81-105BF0B46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36934"/>
            <a:ext cx="5976819" cy="392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8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4C9D9-5BE4-040B-8282-CD7AB020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4AC05F-0D39-19BB-C5FA-971C78DA4913}"/>
              </a:ext>
            </a:extLst>
          </p:cNvPr>
          <p:cNvSpPr txBox="1"/>
          <p:nvPr/>
        </p:nvSpPr>
        <p:spPr>
          <a:xfrm>
            <a:off x="1106424" y="192024"/>
            <a:ext cx="8293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Credit Risk Fraud Detection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5DFC3-2961-25F8-D83F-70E06AE9ACCB}"/>
              </a:ext>
            </a:extLst>
          </p:cNvPr>
          <p:cNvSpPr txBox="1"/>
          <p:nvPr/>
        </p:nvSpPr>
        <p:spPr>
          <a:xfrm>
            <a:off x="941832" y="1389888"/>
            <a:ext cx="7415784" cy="3227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36BE37-4CC0-6EB0-61AD-C485E337F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35" y="846393"/>
            <a:ext cx="8249801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8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55619-D864-3095-E050-CF2C3B3A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139D3A-4704-3023-6AE5-7C54EFEE4F29}"/>
              </a:ext>
            </a:extLst>
          </p:cNvPr>
          <p:cNvSpPr txBox="1"/>
          <p:nvPr/>
        </p:nvSpPr>
        <p:spPr>
          <a:xfrm>
            <a:off x="1106424" y="192024"/>
            <a:ext cx="8293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Credit Risk Fraud Detection 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0704E4-F566-DF04-BD7F-A54DCE6B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10" y="836756"/>
            <a:ext cx="4481772" cy="2436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62BAAC-A7AA-9D15-C7BB-8BA35D5DF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236" y="2712693"/>
            <a:ext cx="6828127" cy="3550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C5405C-F5B0-4C0B-2A78-D5D604BDAA2A}"/>
              </a:ext>
            </a:extLst>
          </p:cNvPr>
          <p:cNvSpPr txBox="1"/>
          <p:nvPr/>
        </p:nvSpPr>
        <p:spPr>
          <a:xfrm>
            <a:off x="374904" y="3886200"/>
            <a:ext cx="4501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per month before deployment: 1133324.68</a:t>
            </a:r>
          </a:p>
          <a:p>
            <a:r>
              <a:rPr lang="en-US" dirty="0"/>
              <a:t>Cost per month after deployment: 169177.2956643357</a:t>
            </a:r>
          </a:p>
          <a:p>
            <a:r>
              <a:rPr lang="en-US" dirty="0"/>
              <a:t>Final monthly savings: 964147.3843356642</a:t>
            </a:r>
          </a:p>
          <a:p>
            <a:r>
              <a:rPr lang="en-US" dirty="0"/>
              <a:t>Best model based on ROC-AUC: </a:t>
            </a:r>
            <a:r>
              <a:rPr lang="en-US" dirty="0" err="1"/>
              <a:t>XGBoost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1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Manoj Kumar Chintalapati</dc:creator>
  <cp:lastModifiedBy>Sai Manoj Kumar Chintalapati</cp:lastModifiedBy>
  <cp:revision>2</cp:revision>
  <dcterms:created xsi:type="dcterms:W3CDTF">2026-04-19T11:40:30Z</dcterms:created>
  <dcterms:modified xsi:type="dcterms:W3CDTF">2026-04-19T11:52:54Z</dcterms:modified>
</cp:coreProperties>
</file>